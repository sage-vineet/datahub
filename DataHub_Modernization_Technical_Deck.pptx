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635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DataHub Modernization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8BC53D"/>
                </a:solidFill>
                <a:latin typeface="Arial"/>
              </a:rPr>
              <a:t>Engineering deep dive &amp; team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C7D2E6"/>
                </a:solidFill>
                <a:latin typeface="Arial"/>
              </a:rPr>
              <a:t>How the new architecture works, the patterns to follow, and how we level up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For the DataHub engineering team  ·  branch ba/rearch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Purpose &amp; how to use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1A1A2E"/>
                </a:solidFill>
                <a:latin typeface="Arial"/>
              </a:rPr>
              <a:t>•  This is a working guide, not a review. It documents the new patterns on ba/rearch so the whole team can build with them.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1A1A2E"/>
                </a:solidFill>
                <a:latin typeface="Arial"/>
              </a:rPr>
              <a:t>•  Everything here is additive and reversible — the legacy app under backend/ still runs; nothing on main was changed.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1A1A2E"/>
                </a:solidFill>
                <a:latin typeface="Arial"/>
              </a:rPr>
              <a:t>•  Every decision is written down: docs/REARCH_LOG.md (what &amp; why, per commit), docs/adr/ (decision records), docs/MODERNIZATION_PLAN.md (roadmap), and openspec/ (the spec for each change).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1A1A2E"/>
                </a:solidFill>
                <a:latin typeface="Arial"/>
              </a:rPr>
              <a:t>•  Goal: shared conventions so the next domains get built the same clean way — fast, typed, and tested.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You built a broad product in ~3.5 months (642 commits). This is about making the next phase easier to maintain,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STARTING FROM STRENGTH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What the team already did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A1A2E"/>
                </a:solidFill>
                <a:latin typeface="Arial"/>
              </a:rPr>
              <a:t>•  Multi-tenant isolation is solid. </a:t>
            </a:r>
            <a:r>
              <a:rPr sz="1500" b="0">
                <a:solidFill>
                  <a:srgbClr val="1A1A2E"/>
                </a:solidFill>
                <a:latin typeface="Arial"/>
              </a:rPr>
              <a:t>canAccessCompany() is applied consistently across companies, folders, uploads and messages.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A1A2E"/>
                </a:solidFill>
                <a:latin typeface="Arial"/>
              </a:rPr>
              <a:t>•  Auth crypto was sensible. </a:t>
            </a:r>
            <a:r>
              <a:rPr sz="1500" b="0">
                <a:solidFill>
                  <a:srgbClr val="1A1A2E"/>
                </a:solidFill>
                <a:latin typeface="Arial"/>
              </a:rPr>
              <a:t>bcrypt hashing + a real OTP flow (crypto.randomInt, hashed codes, attempt/resend limits).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A1A2E"/>
                </a:solidFill>
                <a:latin typeface="Arial"/>
              </a:rPr>
              <a:t>•  The Python bridge is safe. </a:t>
            </a:r>
            <a:r>
              <a:rPr sz="1500" b="0">
                <a:solidFill>
                  <a:srgbClr val="1A1A2E"/>
                </a:solidFill>
                <a:latin typeface="Arial"/>
              </a:rPr>
              <a:t>spawn(..., { shell: false }) with fixed args — no command injection.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A1A2E"/>
                </a:solidFill>
                <a:latin typeface="Arial"/>
              </a:rPr>
              <a:t>•  Error middleware doesn't leak. </a:t>
            </a:r>
            <a:r>
              <a:rPr sz="1500" b="0">
                <a:solidFill>
                  <a:srgbClr val="1A1A2E"/>
                </a:solidFill>
                <a:latin typeface="Arial"/>
              </a:rPr>
              <a:t>Responses return { error: message } only — no stack traces to clients.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A1A2E"/>
                </a:solidFill>
                <a:latin typeface="Arial"/>
              </a:rPr>
              <a:t>•  Delivery discipline improved over time. </a:t>
            </a:r>
            <a:r>
              <a:rPr sz="1500" b="0">
                <a:solidFill>
                  <a:srgbClr val="1A1A2E"/>
                </a:solidFill>
                <a:latin typeface="Arial"/>
              </a:rPr>
              <a:t>Commit messages moved to feat:/fix:/chore: by June.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These are kept and built on — the module pattern formalizes the good instincts already in the codebase.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THE WORK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ba/rearch program map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34440"/>
          <a:ext cx="1110995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2377"/>
                <a:gridCol w="6421353"/>
                <a:gridCol w="2446229"/>
              </a:tblGrid>
              <a:tr h="566928"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What landed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Key commits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Security + hygiene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C1/C2/H3 fixes, password reset, removed committed secrets/junk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17c7e08, 00b8fa8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Phase 0 — harness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pnpm+Turborepo monorepo, apps/api gateway, CI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8a1fd22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Phase 1 — auth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packages/{contracts,db}, apps/api/modules/auth; live soak 9/9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0ae6fe2, becb23e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Local dev env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Nix flake + devenv, local Postgres; drizzle fix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9b54766, 34d3b6a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Design system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packages/ui — 13 Radix/Tailwind components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b41183e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Docs throughout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REARCH_LOG, 6 ADRs, MODERNIZATION_PLAN, OpenSpec changes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66e7860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16 commits total on ba/rearch; each maps to an OpenSpec change under openspec/changes/archive/.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PHASE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Monorepo layout &amp;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852160" cy="2779776"/>
          </a:xfrm>
          <a:prstGeom prst="rect">
            <a:avLst/>
          </a:prstGeom>
          <a:solidFill>
            <a:srgbClr val="0E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280160"/>
            <a:ext cx="5632704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BD05A"/>
                </a:solidFill>
                <a:latin typeface="Consolas"/>
              </a:rPr>
              <a:t>datahub/  (pnpm workspaces + Turborepo)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apps/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  web/    React SPA (relocated, git mv)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  api/    TS gateway + modules/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packages/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  config/     tsconfig, eslint, prettier, vitest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  contracts/  zod schemas (shared FE/BE)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  db/         Drizzle client + schema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  ui/         design system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backend/  legacy Express (untouched)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pnpm@9.15.9 pinned via packageManager; Turborepo caches build/typecheck/lint/test.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Workspace packages are consumed as source .ts (no build step) via the exports map.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CI: .github/workflows/ci.yml runs typecheck + lint + test + audit on every PR to ba/rearch.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4206240"/>
            <a:ext cx="5212080" cy="987552"/>
          </a:xfrm>
          <a:prstGeom prst="rect">
            <a:avLst/>
          </a:prstGeom>
          <a:solidFill>
            <a:srgbClr val="0E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4297680"/>
            <a:ext cx="49926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9BD05A"/>
                </a:solidFill>
                <a:latin typeface="Consolas"/>
              </a:rPr>
              <a:t>everyday commands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pnpm i        pnpm test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pnpm build    pnpm typecheck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THE CUTOVER SEAM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Gateway &amp; per-domain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apps/api fronts all backend traffic. An env routing table (routing.ts) sends each path to a target; default = 100% to legacy.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New domains mount in-process BEFORE the proxy (gateway.ts, MountedModule), gated by a flag — flip on to adopt, off to roll back.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Tokens keep the same secret + {sub} claim as legacy, so a flip/rollback is zero-downtime.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11109960" cy="1499616"/>
          </a:xfrm>
          <a:prstGeom prst="rect">
            <a:avLst/>
          </a:prstGeom>
          <a:solidFill>
            <a:srgbClr val="0E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54680"/>
            <a:ext cx="10890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// apps/api/src/server.ts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if (process.env.AUTH_MODULE_ENABLED === 'true') {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  const repo = new DrizzleAuthRepository(createDb(process.env.DATABASE_URL));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  modules.push({ path: '/api/auth', router: createAuthModule({ repo }).router });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}   // else /api/auth falls through to the legacy proxy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Spec: openspec/specs/platform/api-gateway/spec.md — default pass-through, header integrity, streaming, 502/504, health.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ONE SOURCE OF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TypeScript, lint &amp; format (packages/config)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All new code is TypeScript under one strict base config — extend it, don't redefine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Shared ESLint (flat) + Prettier so formatting is never a review topic.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vitest.base.ts sets V8 coverage and excludes legacy from the number so it stays honest.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80360"/>
            <a:ext cx="11109960" cy="1499616"/>
          </a:xfrm>
          <a:prstGeom prst="rect">
            <a:avLst/>
          </a:prstGeom>
          <a:solidFill>
            <a:srgbClr val="0E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10890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// packages/config/tsconfig.base.json  (extend in every package)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"strict": true, "noUncheckedIndexedAccess": true, "noImplicitOverride": true,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"verbatimModuleSyntax": true, "isolatedModules": true, "exactOptionalPropertyTypes": true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// your package:  { "extends": "@datahub/config/tsconfig.base.json"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noUncheckedIndexedAccess catches the 'undefined array element' class of bug at compile time — lean into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HOW WE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Testing standard &amp; the ports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vitest + supertest. New code ships with tests; the CI gate enforces per-package coverage.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Key idea: a service depends on a repository INTERFACE (a port), not on the DB. Two adapters implement it: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5164D"/>
                </a:solidFill>
                <a:latin typeface="Consolas"/>
              </a:rPr>
              <a:t>—  repository.drizzle.ts</a:t>
            </a:r>
            <a:r>
              <a:rPr sz="1350" b="0">
                <a:solidFill>
                  <a:srgbClr val="6D6E71"/>
                </a:solidFill>
                <a:latin typeface="Arial"/>
              </a:rPr>
              <a:t> — runtime (Postgres)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5164D"/>
                </a:solidFill>
                <a:latin typeface="Consolas"/>
              </a:rPr>
              <a:t>—  repository.memory.ts</a:t>
            </a:r>
            <a:r>
              <a:rPr sz="1350" b="0">
                <a:solidFill>
                  <a:srgbClr val="6D6E71"/>
                </a:solidFill>
                <a:latin typeface="Arial"/>
              </a:rPr>
              <a:t> — in-memory, used by tests (no DB needed)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Result: the auth service is tested end-to-end with zero database — fast, deterministic, 95% covered.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77639"/>
            <a:ext cx="11109960" cy="987552"/>
          </a:xfrm>
          <a:prstGeom prst="rect">
            <a:avLst/>
          </a:prstGeom>
          <a:solidFill>
            <a:srgbClr val="0E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1089050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const repo = new InMemoryAuthRepository();  repo.addUser(...);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const svc = new AuthService({ repo, emailer, config });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await expect(svc.authenticate(email, 'wrong')).rejects.toBeInstanceOf(InvalidCredentialsError);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BUILD EVERY DOMAIN THIS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The module blueprint (auth = reference)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943600" cy="2779776"/>
          </a:xfrm>
          <a:prstGeom prst="rect">
            <a:avLst/>
          </a:prstGeom>
          <a:solidFill>
            <a:srgbClr val="0E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280160"/>
            <a:ext cx="5724144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9BD05A"/>
                </a:solidFill>
                <a:latin typeface="Consolas"/>
              </a:rPr>
              <a:t>apps/api/src/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modules/&lt;domain&gt;/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  contract.ts     zod (from packages/contracts)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  ports.ts        Repository + Emailer interfaces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  service.ts      logic — ONLY cross-module entry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  repository.drizzle.ts   runtime adapter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  repository.memory.ts    test adapter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  router.ts       thin HTTP; validate via contract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  middleware.ts   requireAuth, guards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6E2F5"/>
                </a:solidFill>
                <a:latin typeface="Consolas"/>
              </a:rPr>
              <a:t>  *.test.ts       vitest + supertest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325880"/>
            <a:ext cx="50292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5164D"/>
                </a:solidFill>
                <a:latin typeface="Arial"/>
              </a:rPr>
              <a:t>•  Definition of Done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A2E"/>
                </a:solidFill>
                <a:latin typeface="Arial"/>
              </a:rPr>
              <a:t>•  Contract published (zod).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A2E"/>
                </a:solidFill>
                <a:latin typeface="Arial"/>
              </a:rPr>
              <a:t>•  Repository: Drizzle + in-memory.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A2E"/>
                </a:solidFill>
                <a:latin typeface="Arial"/>
              </a:rPr>
              <a:t>•  Service is the only cross-module entry.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A2E"/>
                </a:solidFill>
                <a:latin typeface="Arial"/>
              </a:rPr>
              <a:t>•  Router validates every input.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A2E"/>
                </a:solidFill>
                <a:latin typeface="Arial"/>
              </a:rPr>
              <a:t>•  Tests meet the coverage gate.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A2E"/>
                </a:solidFill>
                <a:latin typeface="Arial"/>
              </a:rPr>
              <a:t>•  Gateway flipped behind a flag.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A2E"/>
                </a:solidFill>
                <a:latin typeface="Arial"/>
              </a:rPr>
              <a:t>•  Legacy deleted after a green soak.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Rule: modules talk only through typed service interfaces; raw SQL lives only in repositories.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TYPES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Contracts (zod) + database (Drizzle)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5164D"/>
                </a:solidFill>
                <a:latin typeface="Consolas"/>
              </a:rPr>
              <a:t>•  packages/contracts</a:t>
            </a:r>
            <a:r>
              <a:rPr sz="1350" b="0">
                <a:solidFill>
                  <a:srgbClr val="1A1A2E"/>
                </a:solidFill>
                <a:latin typeface="Arial"/>
              </a:rPr>
              <a:t> — zod schemas are the single request/response shape, shared by API and (soon) the SPA. Validate at the router; infer the TS types.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5164D"/>
                </a:solidFill>
                <a:latin typeface="Consolas"/>
              </a:rPr>
              <a:t>•  packages/db</a:t>
            </a:r>
            <a:r>
              <a:rPr sz="1350" b="0">
                <a:solidFill>
                  <a:srgbClr val="1A1A2E"/>
                </a:solidFill>
                <a:latin typeface="Arial"/>
              </a:rPr>
              <a:t> — Drizzle is the one typed data layer, replacing the Supabase + raw-pg split. Introspect prod with drizzle-kit pull.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Repositories are the only place queries live. Migrations move to Drizzle; the legacy 76-file set is frozen.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B45E08"/>
                </a:solidFill>
                <a:latin typeface="Arial"/>
              </a:rPr>
              <a:t>•  Version lesson: </a:t>
            </a:r>
            <a:r>
              <a:rPr sz="1350" b="0">
                <a:solidFill>
                  <a:srgbClr val="1A1A2E"/>
                </a:solidFill>
                <a:latin typeface="Arial"/>
              </a:rPr>
              <a:t>drizzle-kit 0.30.6 imports drizzle-orm/gel-core, added in drizzle-orm 0.40 — keep the kit/orm pair in step (we pin orm ^0.40.1).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297680"/>
            <a:ext cx="11109960" cy="475488"/>
          </a:xfrm>
          <a:prstGeom prst="rect">
            <a:avLst/>
          </a:prstGeom>
          <a:solidFill>
            <a:srgbClr val="0E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389120"/>
            <a:ext cx="10890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6E2F5"/>
                </a:solidFill>
                <a:latin typeface="Consolas"/>
              </a:rPr>
              <a:t>pnpm --filter @datahub/db db:pull      # introspect the local/prod DB into Drizzle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THE FIXES, AND THE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Security — for the record (educational)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34440"/>
          <a:ext cx="1110995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3247"/>
                <a:gridCol w="5184647"/>
                <a:gridCol w="5092065"/>
              </a:tblGrid>
              <a:tr h="676656"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Anti-pattern (before)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C1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Shared static password branch in authService.js (default "123456")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bcrypt-only for all users; random provision; reset flow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C2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JWT signed with || "change_me" fallback; booted anyway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config/secrets.js — mandatory secret, fail-closed at boot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Token accepted from ?token= query (leaks to logs)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Header-only; opt-in per route only for the QBO redirect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5164D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No limit on POST /auth/login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Arial"/>
                        </a:rPr>
                        <a:t>express-rate-limit, keyed by IP+email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Takeaway: no auth 'fallbacks' or shared secrets; fail closed; never accept credentials in URLs; rate-limit sensitive endpoints.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ONE COMMAND TO RUN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Local dev environment (Nix + devenv)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direnv allow (or nix develop) gives Node 22 + pnpm 9.15.9 + a local Postgres — no external services.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1A1A2E"/>
                </a:solidFill>
                <a:latin typeface="Arial"/>
              </a:rPr>
              <a:t>•  Env is wired: DATABASE_URL, a dev JWT_SECRET, PG* — so you can run the auth module end-to-end locally.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5943600" cy="1243584"/>
          </a:xfrm>
          <a:prstGeom prst="rect">
            <a:avLst/>
          </a:prstGeom>
          <a:solidFill>
            <a:srgbClr val="0E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06040"/>
            <a:ext cx="5724144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direnv allow            # enter the shell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devenv up -d --no-tui   # start Postgres :5433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load-schema             # seed tables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6E2F5"/>
                </a:solidFill>
                <a:latin typeface="Consolas"/>
              </a:rPr>
              <a:t>pnpm test               # full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B45E08"/>
                </a:solidFill>
                <a:latin typeface="Arial"/>
              </a:rPr>
              <a:t>•  Gotchas we hit (so you don't):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2E"/>
                </a:solidFill>
                <a:latin typeface="Arial"/>
              </a:rPr>
              <a:t>•  Inside nix develop, devenv is a reduced wrapper — use the standalone CLI for up -d/--no-tui.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2E"/>
                </a:solidFill>
                <a:latin typeface="Arial"/>
              </a:rPr>
              <a:t>•  Don't set PGPORT in env — devenv's postgres module owns it (type conflict).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2E"/>
                </a:solidFill>
                <a:latin typeface="Arial"/>
              </a:rPr>
              <a:t>•  5432 is often taken; we default to 5433.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REUSABLE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Design system (packages/ui)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13 components (Button, Input, Dialog, Table, Select, DropdownMenu, Tabs, Tooltip, Toast, Card, Badge, Skeleton, Label) — Radix + Tailwind, source we own.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One shared token preset (tailwind-preset.js) is used by BOTH the app and the library — change a token once.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Styled with the existing tokens (bg-primary, rounded-card) for ~90%+ visual parity — not shadcn's default palette.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cva for variants, cn() (clsx + tailwind-merge) for classes; tested with @testing-library/react + jsdom (focus-trap, keyboard nav).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A1A2E"/>
                </a:solidFill>
                <a:latin typeface="Arial"/>
              </a:rPr>
              <a:t>•  Adopt incrementally: we migrated Users.jsx's DeleteModal to the Dialog as the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Consume from a .jsx page today: import { Dialog, Button } from '@datahub/ui'  — Vite transpiles the .tsx.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HOW WE WORK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Engineering conventions going forward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34440"/>
          <a:ext cx="1110996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281160"/>
              </a:tblGrid>
              <a:tr h="603504"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The convention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5164D"/>
                          </a:solidFill>
                          <a:latin typeface="Arial"/>
                        </a:rPr>
                        <a:t>Planning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Arial"/>
                        </a:rPr>
                        <a:t>OpenSpec: propose -&gt; apply -&gt; archive (openspec/changes/). Spec before code.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5164D"/>
                          </a:solidFill>
                          <a:latin typeface="Arial"/>
                        </a:rPr>
                        <a:t>Decisions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Arial"/>
                        </a:rPr>
                        <a:t>Write an ADR under docs/adr/ for anything significant (context, options, why).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5164D"/>
                          </a:solidFill>
                          <a:latin typeface="Arial"/>
                        </a:rPr>
                        <a:t>Branches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Arial"/>
                        </a:rPr>
                        <a:t>Short-lived feature branches off ba/rearch + PR — not per-dev-per-day long branches.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5164D"/>
                          </a:solidFill>
                          <a:latin typeface="Arial"/>
                        </a:rPr>
                        <a:t>Commits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Arial"/>
                        </a:rPr>
                        <a:t>Conventional Commits (feat/fix/chore/refactor/docs) — you already trend this way.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5164D"/>
                          </a:solidFill>
                          <a:latin typeface="Arial"/>
                        </a:rPr>
                        <a:t>Quality gate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Arial"/>
                        </a:rPr>
                        <a:t>CI must pass: typecheck + lint + test/coverage + audit. No new code without tests.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5164D"/>
                          </a:solidFill>
                          <a:latin typeface="Arial"/>
                        </a:rPr>
                        <a:t>Boundaries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Arial"/>
                        </a:rPr>
                        <a:t>Cross-module only via service interfaces; raw SQL only in repositories.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WHAT WE'RE MOVING AWAY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Patterns to retire (and the replacement)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34440"/>
          <a:ext cx="11109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57600"/>
                <a:gridCol w="4343400"/>
              </a:tblGrid>
              <a:tr h="548640"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Legacy pattern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Why it hurts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Replacement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5164D"/>
                          </a:solidFill>
                          <a:latin typeface="Arial"/>
                        </a:rPr>
                        <a:t>Supabase + 9 raw pg pools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Two behaviors, no single truth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One Drizzle layer (packages/db)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5164D"/>
                          </a:solidFill>
                          <a:latin typeface="Arial"/>
                        </a:rPr>
                        <a:t>God-files (9,088-line service)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Untestable, merge conflicts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modules/&lt;domain&gt; split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5164D"/>
                          </a:solidFill>
                          <a:latin typeface="Arial"/>
                        </a:rPr>
                        <a:t>Logic in controllers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Can't unit-test without Express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Thin router -&gt; service -&gt; repo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5164D"/>
                          </a:solidFill>
                          <a:latin typeface="Arial"/>
                        </a:rPr>
                        <a:t>863 console.* / 31 empty catch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Noisy, swallowed errors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pino structured logs; handle errors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5164D"/>
                          </a:solidFill>
                          <a:latin typeface="Arial"/>
                        </a:rPr>
                        <a:t>Committed .env/.db/.pyc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Secret + data exposure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.gitignore + secret scanning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5164D"/>
                          </a:solidFill>
                          <a:latin typeface="Arial"/>
                        </a:rPr>
                        <a:t>OTP test-bypass in prod path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Ships a backdoor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2E"/>
                          </a:solidFill>
                          <a:latin typeface="Arial"/>
                        </a:rPr>
                        <a:t>Test doubles / in-memory adapters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HONEST AND ENCOURAGING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Foundations: where we are, where we're heading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34440"/>
          <a:ext cx="111099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291840"/>
                <a:gridCol w="3246120"/>
              </a:tblGrid>
              <a:tr h="566928"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Was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Now (new code)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anchor="ctr" marL="91440" marT="27432" marB="27432">
                    <a:solidFill>
                      <a:srgbClr val="0516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5164D"/>
                          </a:solidFill>
                          <a:latin typeface="Arial"/>
                        </a:rPr>
                        <a:t>Automated checks (CI)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D6E71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6E2C"/>
                          </a:solidFill>
                          <a:latin typeface="Arial"/>
                        </a:rPr>
                        <a:t>full gate on PRs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5164D"/>
                          </a:solidFill>
                          <a:latin typeface="Arial"/>
                        </a:rPr>
                        <a:t>required on all merges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5164D"/>
                          </a:solidFill>
                          <a:latin typeface="Arial"/>
                        </a:rPr>
                        <a:t>Authentication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D6E71"/>
                          </a:solidFill>
                          <a:latin typeface="Arial"/>
                        </a:rPr>
                        <a:t>gaps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6E2C"/>
                          </a:solidFill>
                          <a:latin typeface="Arial"/>
                        </a:rPr>
                        <a:t>rebuilt + soak-tested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5164D"/>
                          </a:solidFill>
                          <a:latin typeface="Arial"/>
                        </a:rPr>
                        <a:t>staged rollout, retire legacy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5164D"/>
                          </a:solidFill>
                          <a:latin typeface="Arial"/>
                        </a:rPr>
                        <a:t>Testing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D6E71"/>
                          </a:solidFill>
                          <a:latin typeface="Arial"/>
                        </a:rPr>
                        <a:t>0 tests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6E2C"/>
                          </a:solidFill>
                          <a:latin typeface="Arial"/>
                        </a:rPr>
                        <a:t>60+, gated 80-95%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5164D"/>
                          </a:solidFill>
                          <a:latin typeface="Arial"/>
                        </a:rPr>
                        <a:t>cover legacy as touched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5164D"/>
                          </a:solidFill>
                          <a:latin typeface="Arial"/>
                        </a:rPr>
                        <a:t>Type safety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D6E71"/>
                          </a:solidFill>
                          <a:latin typeface="Arial"/>
                        </a:rPr>
                        <a:t>all JS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6E2C"/>
                          </a:solidFill>
                          <a:latin typeface="Arial"/>
                        </a:rPr>
                        <a:t>100% TS (new)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5164D"/>
                          </a:solidFill>
                          <a:latin typeface="Arial"/>
                        </a:rPr>
                        <a:t>migrate legacy incrementally</a:t>
                      </a:r>
                    </a:p>
                  </a:txBody>
                  <a:tcPr anchor="ctr" marL="91440" marT="27432" marB="27432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5164D"/>
                          </a:solidFill>
                          <a:latin typeface="Arial"/>
                        </a:rPr>
                        <a:t>Data layer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D6E71"/>
                          </a:solidFill>
                          <a:latin typeface="Arial"/>
                        </a:rPr>
                        <a:t>dual path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76E2C"/>
                          </a:solidFill>
                          <a:latin typeface="Arial"/>
                        </a:rPr>
                        <a:t>Drizzle (auth)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5164D"/>
                          </a:solidFill>
                          <a:latin typeface="Arial"/>
                        </a:rPr>
                        <a:t>one layer across domains</a:t>
                      </a:r>
                    </a:p>
                  </a:txBody>
                  <a:tcPr anchor="ctr"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No letter grades here on purpose — the point is trajectory. The foundation is in; now we widen it together.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8BC53D"/>
                </a:solidFill>
                <a:latin typeface="Arial"/>
              </a:rPr>
              <a:t>WHERE WE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Roadmap &amp; how to grow into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A1A2E"/>
                </a:solidFill>
                <a:latin typeface="Arial"/>
              </a:rPr>
              <a:t>•  Next domains (same blueprint): </a:t>
            </a:r>
            <a:r>
              <a:rPr sz="1400" b="0">
                <a:solidFill>
                  <a:srgbClr val="1A1A2E"/>
                </a:solidFill>
                <a:latin typeface="Arial"/>
              </a:rPr>
              <a:t>companies -&gt; users -&gt; folders -&gt; uploads/requests/messages -&gt; reports -&gt; quickbooks -&gt; extraction.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A1A2E"/>
                </a:solidFill>
                <a:latin typeface="Arial"/>
              </a:rPr>
              <a:t>•  Pairing: </a:t>
            </a:r>
            <a:r>
              <a:rPr sz="1400" b="0">
                <a:solidFill>
                  <a:srgbClr val="1A1A2E"/>
                </a:solidFill>
                <a:latin typeface="Arial"/>
              </a:rPr>
              <a:t>each engineer takes a domain and pairs on the first module; auth is the worked example to copy.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A1A2E"/>
                </a:solidFill>
                <a:latin typeface="Arial"/>
              </a:rPr>
              <a:t>•  Frontend: </a:t>
            </a:r>
            <a:r>
              <a:rPr sz="1400" b="0">
                <a:solidFill>
                  <a:srgbClr val="1A1A2E"/>
                </a:solidFill>
                <a:latin typeface="Arial"/>
              </a:rPr>
              <a:t>adopt @datahub/ui screen-by-screen; convert .jsx -&gt; .tsx as you touch files.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A1A2E"/>
                </a:solidFill>
                <a:latin typeface="Arial"/>
              </a:rPr>
              <a:t>•  Legacy tests: </a:t>
            </a:r>
            <a:r>
              <a:rPr sz="1400" b="0">
                <a:solidFill>
                  <a:srgbClr val="1A1A2E"/>
                </a:solidFill>
                <a:latin typeface="Arial"/>
              </a:rPr>
              <a:t>add a test whenever you fix a bug in backend/ — ratchet coverage up.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A1A2E"/>
                </a:solidFill>
                <a:latin typeface="Arial"/>
              </a:rPr>
              <a:t>•  Owner decision: </a:t>
            </a:r>
            <a:r>
              <a:rPr sz="1400" b="0">
                <a:solidFill>
                  <a:srgbClr val="1A1A2E"/>
                </a:solidFill>
                <a:latin typeface="Arial"/>
              </a:rPr>
              <a:t>rotate the exposed credential + scrub git history (destructive — needs sign-off).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D6E71"/>
                </a:solidFill>
                <a:latin typeface="Arial"/>
              </a:rPr>
              <a:t>Start here: docs/REARCH_LOG.md and docs/adr/. Try it: openspec propose a small change, then apply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50800"/>
          </a:xfrm>
          <a:prstGeom prst="rect">
            <a:avLst/>
          </a:prstGeom>
          <a:solidFill>
            <a:srgbClr val="8B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The foundation is in. Now we scale it —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8BC53D"/>
                </a:solidFill>
                <a:latin typeface="Arial"/>
              </a:rPr>
              <a:t>Copy the auth module. Keep the tests green. Write the spec first. Ask questions.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C7D2E6"/>
                </a:solidFill>
                <a:latin typeface="Consolas"/>
              </a:rPr>
              <a:t>Docs: docs/REARCH_LOG.md  ·  docs/adr/  ·  docs/MODERNIZATION_PLAN.md  ·  openspec/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